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ikwon Moon" initials="EM" lastIdx="1" clrIdx="0">
    <p:extLst>
      <p:ext uri="{19B8F6BF-5375-455C-9EA6-DF929625EA0E}">
        <p15:presenceInfo xmlns:p15="http://schemas.microsoft.com/office/powerpoint/2012/main" userId="e42fd8c3b4372b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1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8T08:25:24.786" idx="1">
    <p:pos x="7680" y="151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DEFFB-1DC3-4221-BF34-E3FA3D99B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F6CC2F-B0C6-4C92-98C0-424955A8F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F78BDF-A15F-4A4E-942F-D3179B36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7E1A78-F577-4486-AF74-FFD237F7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773793-DE7F-4459-83D2-ADAE3865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5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5848F-DE2A-400E-A5BF-536EC6F7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66AB03-DCB3-4FCF-8FE0-FFE3929AF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4D3E0C-3294-43E0-BA6C-AA66F8BD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60D998-29A3-43EA-A6A0-1FBCE3F97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DFC389-EFDB-46AC-9375-B0457A4A9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2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3098FB-A469-47BC-9C6A-14A95778E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DF5F64-DEB2-42E7-B6A9-4395DF713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0144A3-CF71-49FB-BD0C-818A1B2C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5FF99-BB02-4525-ACCE-17DF1DB5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D789CA-5595-4ADE-B87D-A2518F3A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403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11DD5C-37F3-45FA-BEE6-895A118F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5E097F-078D-4ACB-A119-4FE21BC3F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0B2B71-D13D-422A-98D8-DABF636F3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2B06FF-A519-4039-A14E-C150416F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BB9A6F-178B-4738-85EE-7ACACC5C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672577-D4EF-4CA3-A6E3-38506693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18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C54D0-D968-48A0-9B62-2896B4BF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D8DB1A-6F88-46DC-9220-B50AE53DE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58F10E-0DD0-479D-80E5-25C8FAD77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501B3E-E27E-483E-9D88-E0673D5CB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FA6BC8A-0459-42DA-A9AD-09C329E1A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E8B241C-AB1F-4445-91F5-277FED0B7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78BF4E-2A06-4AB4-8D59-30A04FEC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741598-33E7-4E83-AF11-F1A77F79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69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0014F-0D55-4628-A168-BE48432DA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249966-7356-4BAE-A86B-AD4E36D9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2D5FA2-8F01-4085-A084-886BFF5C9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11637E-314F-4410-A050-F2C9F663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06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D1AE2E-C4B5-4E42-987C-8F1A001D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835377-97AB-47BA-9D64-938929EE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4E114-3943-4853-8C10-EFE4933B9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746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2FE52-FFF2-466E-86D9-D1A4FCABD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62043-47EA-4FC4-806C-3C4D95232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6A51A9-0034-467B-8F32-C0854B566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CC170B-07D4-427A-BA67-D4846A4A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FC02D7-C115-4398-BF49-1650CF146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8AEF68-8630-4D6A-AFC9-2AE7E8FE5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42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24400-A74E-4DB0-A5E0-0EEF02BA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FEC1B5-0FDF-49E9-B357-135C12617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320B39-AD4A-437D-9B4B-F7EA38362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B14F54-B95E-4F4F-992F-B2299999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04E5E7-8328-4BAE-BB93-58144938D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2D54D6-C031-42CC-9EA5-B8FFA2DA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94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F8A74-FD16-4307-8D48-83B77998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142113-B76C-4F6C-B8F0-4F0EC36C4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028ABC-205A-471F-AA9D-1E8790EA7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FC3D6-DDF9-41AC-A092-0107162C2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1F0E0A-44B2-430A-BB7C-81C40639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472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8CE2A6-2995-464F-B88A-DF2C8901E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1E46D54-5BCB-4623-A420-B39516FD4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BB17CC-71AD-453A-887F-95D277FA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0BC3F-5A38-424B-820C-E269A0135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BE5241-0801-489C-A508-9F591E0C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62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61A1ED-DE6E-4A3C-B14B-BEC2B61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B51788-043F-40E9-8620-4C0F57A9B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E27BD6-0ECB-4606-9F23-1A3CAB7BA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C5DC7-2B0D-49C4-A1E2-0D81EFE5E0E7}" type="datetimeFigureOut">
              <a:rPr lang="ko-KR" altLang="en-US" smtClean="0"/>
              <a:t>2026-03-18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5B2B6-DC05-4E29-A853-A265BD5B3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A101E9-A01A-48AA-B2BE-D316879CF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49C5D-880C-48E4-9AA5-575FA90623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98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C733B3A-0428-42DB-BE9E-01076E85E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928"/>
            <a:ext cx="12192000" cy="6378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5D4F8B-7906-48E5-ABD5-7DEFADDAB5F8}"/>
              </a:ext>
            </a:extLst>
          </p:cNvPr>
          <p:cNvSpPr txBox="1"/>
          <p:nvPr/>
        </p:nvSpPr>
        <p:spPr>
          <a:xfrm>
            <a:off x="7510089" y="1811550"/>
            <a:ext cx="49175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25</a:t>
            </a:r>
            <a:endParaRPr lang="ko-KR" alt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E4E956-B85C-49C8-8361-C7572B3230A9}"/>
              </a:ext>
            </a:extLst>
          </p:cNvPr>
          <p:cNvSpPr txBox="1"/>
          <p:nvPr/>
        </p:nvSpPr>
        <p:spPr>
          <a:xfrm>
            <a:off x="7510089" y="2780099"/>
            <a:ext cx="49175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12</a:t>
            </a:r>
            <a:endParaRPr lang="ko-KR" alt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2DA24-7B9F-4C9F-836A-0593316A7080}"/>
              </a:ext>
            </a:extLst>
          </p:cNvPr>
          <p:cNvSpPr txBox="1"/>
          <p:nvPr/>
        </p:nvSpPr>
        <p:spPr>
          <a:xfrm>
            <a:off x="7542149" y="2880926"/>
            <a:ext cx="42763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8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6C70BD-8287-4215-9ED7-CF54AAB40EBB}"/>
              </a:ext>
            </a:extLst>
          </p:cNvPr>
          <p:cNvSpPr txBox="1"/>
          <p:nvPr/>
        </p:nvSpPr>
        <p:spPr>
          <a:xfrm>
            <a:off x="7643749" y="3086787"/>
            <a:ext cx="128239" cy="138499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r>
              <a:rPr lang="en-US" altLang="ko-KR" sz="900" dirty="0"/>
              <a:t>6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252069-8D4A-46E9-9248-A5308ADF53E1}"/>
              </a:ext>
            </a:extLst>
          </p:cNvPr>
          <p:cNvSpPr txBox="1"/>
          <p:nvPr/>
        </p:nvSpPr>
        <p:spPr>
          <a:xfrm>
            <a:off x="7651059" y="3300756"/>
            <a:ext cx="175837" cy="138499"/>
          </a:xfrm>
          <a:prstGeom prst="rect">
            <a:avLst/>
          </a:prstGeom>
          <a:noFill/>
        </p:spPr>
        <p:txBody>
          <a:bodyPr wrap="square" lIns="0" tIns="0" rIns="360000" bIns="0" rtlCol="0">
            <a:spAutoFit/>
          </a:bodyPr>
          <a:lstStyle/>
          <a:p>
            <a:r>
              <a:rPr lang="en-US" altLang="ko-KR" sz="900" dirty="0"/>
              <a:t>6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F6139C-8853-40BA-8B12-8F5FCE852A2E}"/>
              </a:ext>
            </a:extLst>
          </p:cNvPr>
          <p:cNvSpPr txBox="1"/>
          <p:nvPr/>
        </p:nvSpPr>
        <p:spPr>
          <a:xfrm>
            <a:off x="7542149" y="3466852"/>
            <a:ext cx="49175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20</a:t>
            </a:r>
            <a:endParaRPr lang="ko-KR" alt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5AD1D-42B8-4DFE-89BC-25C26900D2EC}"/>
              </a:ext>
            </a:extLst>
          </p:cNvPr>
          <p:cNvSpPr txBox="1"/>
          <p:nvPr/>
        </p:nvSpPr>
        <p:spPr>
          <a:xfrm>
            <a:off x="7526110" y="3886682"/>
            <a:ext cx="49175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17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4BDF05-7316-4C96-8147-861267D0A36C}"/>
              </a:ext>
            </a:extLst>
          </p:cNvPr>
          <p:cNvSpPr txBox="1"/>
          <p:nvPr/>
        </p:nvSpPr>
        <p:spPr>
          <a:xfrm>
            <a:off x="7574209" y="4018310"/>
            <a:ext cx="42763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1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1AB4A5-E48D-4868-95CB-E6340BF3F98B}"/>
              </a:ext>
            </a:extLst>
          </p:cNvPr>
          <p:cNvSpPr txBox="1"/>
          <p:nvPr/>
        </p:nvSpPr>
        <p:spPr>
          <a:xfrm>
            <a:off x="7526110" y="5097071"/>
            <a:ext cx="49175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11</a:t>
            </a:r>
            <a:endParaRPr lang="ko-KR" alt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8C5C47-4CB1-46BF-AC36-798E42185471}"/>
              </a:ext>
            </a:extLst>
          </p:cNvPr>
          <p:cNvSpPr txBox="1"/>
          <p:nvPr/>
        </p:nvSpPr>
        <p:spPr>
          <a:xfrm>
            <a:off x="7542149" y="5499066"/>
            <a:ext cx="42763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8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88E167-1DF9-43A6-AA3F-615E8FE40F3E}"/>
              </a:ext>
            </a:extLst>
          </p:cNvPr>
          <p:cNvSpPr txBox="1"/>
          <p:nvPr/>
        </p:nvSpPr>
        <p:spPr>
          <a:xfrm>
            <a:off x="7548939" y="5656573"/>
            <a:ext cx="49175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15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B4B182-05BD-4FE7-B07F-8A0099FFB38C}"/>
              </a:ext>
            </a:extLst>
          </p:cNvPr>
          <p:cNvSpPr txBox="1"/>
          <p:nvPr/>
        </p:nvSpPr>
        <p:spPr>
          <a:xfrm>
            <a:off x="7542149" y="5814080"/>
            <a:ext cx="42763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5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31B38D-7AE0-4129-BE42-B43A1DA28941}"/>
              </a:ext>
            </a:extLst>
          </p:cNvPr>
          <p:cNvSpPr txBox="1"/>
          <p:nvPr/>
        </p:nvSpPr>
        <p:spPr>
          <a:xfrm>
            <a:off x="7548939" y="5970436"/>
            <a:ext cx="42763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8</a:t>
            </a:r>
            <a:endParaRPr lang="ko-KR" altLang="en-US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BFFE0E-F5B9-4CE6-8452-BF9BF2042F42}"/>
              </a:ext>
            </a:extLst>
          </p:cNvPr>
          <p:cNvSpPr txBox="1"/>
          <p:nvPr/>
        </p:nvSpPr>
        <p:spPr>
          <a:xfrm>
            <a:off x="8093746" y="5970435"/>
            <a:ext cx="555876" cy="138499"/>
          </a:xfrm>
          <a:prstGeom prst="rect">
            <a:avLst/>
          </a:prstGeom>
          <a:noFill/>
        </p:spPr>
        <p:txBody>
          <a:bodyPr wrap="none" lIns="0" tIns="0" rIns="360000" bIns="0" rtlCol="0">
            <a:spAutoFit/>
          </a:bodyPr>
          <a:lstStyle/>
          <a:p>
            <a:r>
              <a:rPr lang="en-US" altLang="ko-KR" sz="900" dirty="0"/>
              <a:t>136</a:t>
            </a:r>
            <a:endParaRPr lang="ko-KR" altLang="en-US" sz="9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67EC312-A3E5-4E5D-A768-EDE96A37F644}"/>
              </a:ext>
            </a:extLst>
          </p:cNvPr>
          <p:cNvCxnSpPr>
            <a:cxnSpLocks/>
          </p:cNvCxnSpPr>
          <p:nvPr/>
        </p:nvCxnSpPr>
        <p:spPr>
          <a:xfrm>
            <a:off x="4263081" y="6014971"/>
            <a:ext cx="31756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552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Euikwon Moon</dc:creator>
  <cp:lastModifiedBy>Euikwon Moon</cp:lastModifiedBy>
  <cp:revision>4</cp:revision>
  <dcterms:created xsi:type="dcterms:W3CDTF">2026-03-17T23:29:05Z</dcterms:created>
  <dcterms:modified xsi:type="dcterms:W3CDTF">2026-03-17T23:44:11Z</dcterms:modified>
</cp:coreProperties>
</file>